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3" r:id="rId6"/>
    <p:sldId id="265" r:id="rId7"/>
    <p:sldId id="266" r:id="rId8"/>
    <p:sldId id="267" r:id="rId9"/>
    <p:sldId id="268" r:id="rId10"/>
    <p:sldId id="269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30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58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720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062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823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28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333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764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388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505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687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55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88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halilbriktn.github.io/personal-websit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64008" cy="5143500"/>
          </a:xfrm>
          <a:prstGeom prst="rect">
            <a:avLst/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4846320"/>
            <a:ext cx="857707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4320"/>
            <a:ext cx="638310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for</a:t>
            </a:r>
            <a:endParaRPr lang="en-US" sz="4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Selection</a:t>
            </a:r>
            <a:endParaRPr lang="en-US" sz="4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 Constraint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Khalil Brik</a:t>
            </a:r>
            <a:r>
              <a:rPr lang="en-US" sz="2000" dirty="0">
                <a:solidFill>
                  <a:schemeClr val="bg1"/>
                </a:solidFill>
              </a:rPr>
              <a:t>¹</a:t>
            </a:r>
            <a:r>
              <a:rPr lang="en-US" sz="20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Ahmed Shokry</a:t>
            </a:r>
            <a:r>
              <a:rPr lang="en-US" sz="2000" dirty="0">
                <a:solidFill>
                  <a:schemeClr val="bg1"/>
                </a:solidFill>
              </a:rPr>
              <a:t>²</a:t>
            </a:r>
            <a:r>
              <a:rPr lang="en-US" sz="20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Moustafa Youssef</a:t>
            </a:r>
            <a:r>
              <a:rPr lang="en-US" sz="2000" dirty="0">
                <a:solidFill>
                  <a:schemeClr val="bg1"/>
                </a:solidFill>
              </a:rPr>
              <a:t>¹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¹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in Cairo  ·  </a:t>
            </a:r>
            <a:r>
              <a:rPr lang="en-US" sz="1600" dirty="0">
                <a:solidFill>
                  <a:schemeClr val="bg1"/>
                </a:solidFill>
              </a:rPr>
              <a:t>²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State University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931920"/>
            <a:ext cx="3840480" cy="59436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QCNC 2026  ·  April 6–8, Kobe, Japan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D9074E-6418-25F9-DAD8-442DF284612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>
            <a:alphaModFix amt="9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3" t="18907" r="7312" b="21251"/>
          <a:stretch>
            <a:fillRect/>
          </a:stretch>
        </p:blipFill>
        <p:spPr bwMode="auto">
          <a:xfrm>
            <a:off x="6867734" y="4081213"/>
            <a:ext cx="1005840" cy="64008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University Mark and Shield | Penn State Brand Book">
            <a:extLst>
              <a:ext uri="{FF2B5EF4-FFF2-40B4-BE49-F238E27FC236}">
                <a16:creationId xmlns:a16="http://schemas.microsoft.com/office/drawing/2014/main" id="{16C5F7F0-8368-5566-0766-C95436B1BDB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191" y="4079807"/>
            <a:ext cx="1005840" cy="64008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Indoor Localization?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0467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You enter a hospital, airport, or warehouse. GPS doesn't work indoors. How does an app know exactly where you are?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244B953-E221-EB40-841F-193AAB31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085" y="1581912"/>
            <a:ext cx="6177270" cy="336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Point Selection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building has hundreds of WiFi access points (APs). Using all of them is expensive and creates noise. Which APs should you keep?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APs → Problems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signals inflate database size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slower with more APs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APs hurt localization accuracy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hardware &amp; maintenance cost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9164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Selection is Slow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230428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subset = NP-hard combinatorial problem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29809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Greedy/PCA methods don't scale to 500+ APs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29000" y="36576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of all combinations is infeasible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43342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guarantee on number of selected APs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69164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Quantum Solution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23042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as QUBO, solved by quantum annealing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29809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AP importance (signal discrimination)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36576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AP redundancy (correlated signals)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43342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budget: select exactly k APs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" y="5074920"/>
            <a:ext cx="859536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5074920"/>
            <a:ext cx="859536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</a:t>
            </a:r>
            <a:endParaRPr lang="en-US" sz="2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E8C2A3-F451-02E2-72DE-2B2943331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89"/>
          <a:stretch>
            <a:fillRect/>
          </a:stretch>
        </p:blipFill>
        <p:spPr>
          <a:xfrm>
            <a:off x="656303" y="1275736"/>
            <a:ext cx="7905136" cy="320634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Metric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0960" y="800100"/>
            <a:ext cx="8595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41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Localization Error (m) — Lower is Better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46386" y="14721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02165" y="2148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2549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9306" y="27980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02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0" y="3503627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8595360" cy="585216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5445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Entropy best captures location-discriminative signal variation. Shannon entropy measures RSS diversity across all fingerprint locations, directly aligned with what fingerprinting needs.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65FACE-69EC-CE09-6037-1846DE8D0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575" y="1167187"/>
            <a:ext cx="4669834" cy="3204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Quantum vs. Classical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121408" cy="111556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(520 → 20 APs)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822960"/>
            <a:ext cx="2121408" cy="111556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87168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822960"/>
            <a:ext cx="2121408" cy="111556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0016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vs. SA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12864" y="822960"/>
            <a:ext cx="2121408" cy="11155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12864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12864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Time-to-Solution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(Quantum)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85953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3969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21488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2578608"/>
            <a:ext cx="141732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Used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2578608"/>
            <a:ext cx="16916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Error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578608"/>
            <a:ext cx="16916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Accuracy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2578608"/>
            <a:ext cx="13716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990088"/>
            <a:ext cx="21488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90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51760" y="2990088"/>
            <a:ext cx="14173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9900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69080" y="2990088"/>
            <a:ext cx="16916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60720" y="2990088"/>
            <a:ext cx="16916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52360" y="2990088"/>
            <a:ext cx="137160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990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3538728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538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51760" y="3538728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5387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69080" y="3538728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538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60720" y="3538728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538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2360" y="353872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538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12.28 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2920" y="4087368"/>
            <a:ext cx="21488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087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★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651760" y="4087368"/>
            <a:ext cx="141732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069080" y="4087368"/>
            <a:ext cx="16916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69080" y="40873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60720" y="4087368"/>
            <a:ext cx="16916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40873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52360" y="4087368"/>
            <a:ext cx="137160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4087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★  Quantum annealing achieves best accuracy AND fastest runtime with fewest APs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Localization Accuracy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39" y="759651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Classification Accuracy (%)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2376" y="2091233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82240" y="2499421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55392" y="45079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8136" y="2164933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3272" y="45079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5292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07808" y="777240"/>
            <a:ext cx="1417320" cy="422452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53528" y="841248"/>
            <a:ext cx="129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APs?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62672" y="17373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1691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241401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236829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62672" y="30906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30449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662672" y="376732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91272" y="372160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</a:t>
            </a:r>
            <a:endParaRPr lang="en-US" sz="10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3A6BBB2-CBFE-3009-69E8-58770A94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0" y="1080871"/>
            <a:ext cx="6106939" cy="39956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Speedup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5690" y="4595301"/>
            <a:ext cx="8052619" cy="471949"/>
          </a:xfrm>
          <a:prstGeom prst="rect">
            <a:avLst/>
          </a:prstGeom>
          <a:solidFill>
            <a:srgbClr val="1E3A8A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4219401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65678" y="4219401"/>
            <a:ext cx="81857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achieves a 61× speedup over classical Simulated Annealing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QUBO problem, same budget constraint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39" y="78043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 Time Comparison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856C57-8FFF-CD34-FCAF-72E120525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207" y="1157530"/>
            <a:ext cx="4875363" cy="33419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QUBO formulation with a strict AP budget constraint for 3D indoor localization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728216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6420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reduction in required APs (520 → 20) with negligible accuracy loss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" y="243230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68296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floor accuracy — outperforming classical SA (58.6%) and all-AP baseline (70.4%)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3136392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72384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 speedup: 0.20 s vs 12.28 s for simulated annealing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" y="384048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76472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importance metric identified as optimal for fingerprinting workloads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" y="4590288"/>
            <a:ext cx="841248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5902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Real D-Wave hardware deployment  ·  Multi-building 3D scaling  ·  Journal fast-track (Digital Communications &amp; Networks)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2461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1938528"/>
            <a:ext cx="6217920" cy="2148840"/>
          </a:xfrm>
          <a:prstGeom prst="rect">
            <a:avLst/>
          </a:prstGeom>
          <a:solidFill>
            <a:srgbClr val="0F2040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2011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Khalil Brik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24505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mohamedkhalil.brik@aucegypt.edu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7797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in Cairo  ·  Computer Science &amp;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3145536"/>
            <a:ext cx="530352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200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khalilbriktn.github.io/personal-website/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QCNC 2026  ·  Kobe, Japan  ·  April 6–8,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4511</TotalTime>
  <Words>515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Optimization for Access Point Selection Under Budget Constraint</dc:title>
  <dc:subject>PptxGenJS Presentation</dc:subject>
  <dc:creator>Mohamed Khalil Brik</dc:creator>
  <cp:lastModifiedBy>Mohamed Khalil Brik</cp:lastModifiedBy>
  <cp:revision>12</cp:revision>
  <dcterms:created xsi:type="dcterms:W3CDTF">2026-03-23T14:18:11Z</dcterms:created>
  <dcterms:modified xsi:type="dcterms:W3CDTF">2026-04-07T22:24:25Z</dcterms:modified>
</cp:coreProperties>
</file>